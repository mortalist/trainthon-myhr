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2151A"/>
                </a:solidFill>
                <a:latin typeface="Arial"/>
              </a:rPr>
              <a:t>MyHR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D6E6E"/>
                </a:solidFill>
                <a:latin typeface="Arial"/>
              </a:rPr>
              <a:t>당신 네트워크의 인사팀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380"/>
                </a:solidFill>
                <a:latin typeface="Arial"/>
              </a:rPr>
              <a:t>정승현  ·  연세대 나노과학공학과  ·  Trainthon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이 사람, 누구였지?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카톡: 「김재희: 형 오랜만이에요!」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재회 직전 5초 — 이름은 떠오르는데 맥락은 안 떠오른다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연락처엔 이름·번호만 남고, 어디서·근황·소개는 사라진다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타겟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소개·행사·커뮤니티를 넘나드는 사람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동아리 → 학회 → 해커톤 → 인턴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한 학기에 백 명씩 스치는 사람들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오늘 이 방에 있는 40명 전부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맥락이 검색되는 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앱을 열면 그냥 연락처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딱 하나 다르다 — 이름으로만이 아니라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「매운 거 잘 먹는 사람」으로 검색이 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핵심 ·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폼 없음. 캡처가 입력이다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카톡 캡처 Ctrl+V → AI가 사실 한 줄씩 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사람 카드 스와이프 =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스샷은 폐기, 남는 것은 사실 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핵심 ·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사람을 저장하지 않는다. 문장을 저장한다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attributes (person, key, value, source)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『재희가 축구한다』 첫 등장이어도 ALTER TABLE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INSERT 한 줄. AI가 키 목록을 재사용해 키운다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핵심 · 스키마가 자란다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메모가 쌓일수록 스키마가 자란다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9/9  재희 핀테크 → works_at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9/12 매운거 → likes_spicy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9/20 풋살 → plays_soccer (세상 첫 등장, 컬럼 추가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9/25 민수도 축구 → plays_soccer (키 재사용)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핵심 · 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「주말 축구 11명」 → 명단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네트워크에 물으면 명단과 근거가 나온다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WHERE key='plays_soccer' AND value='true'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AI는 입력 읽을 때·답 말할 때, 양 끝에만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일상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이름이 생각 안 나도, 관계는 찾을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행사장에서 마주침 → 「지난번에 소개받은 반도체 쪽」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주말에 사람 모을 때 → 「축구 할 사람 11명」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밥 약속 잡기 전 → 「매운거 잘 먹는 사람」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E6E"/>
                </a:solidFill>
                <a:latin typeface="Arial"/>
              </a:rPr>
              <a:t>사업화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51A"/>
                </a:solidFill>
                <a:latin typeface="Arial"/>
              </a:rPr>
              <a:t>모든 프로페셔널의 인간관계 기억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웨지: 창업 동아리 · 학회 · 해커톤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확장: 영업 · PR · VC · 창업가 · 취준생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무료 50명  /  Pro ₩9,900·월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4250"/>
                </a:solidFill>
                <a:latin typeface="Arial"/>
              </a:rPr>
              <a:t>·  이제 데모입니다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